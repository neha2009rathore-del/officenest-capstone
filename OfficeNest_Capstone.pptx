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0916C"/>
              </a:solidFill>
              <a:effectLst/>
            </c:spPr>
          </c:dPt>
          <c:dPt>
            <c:idx val="1"/>
            <c:bubble3D val="0"/>
            <c:spPr>
              <a:solidFill>
                <a:srgbClr val="B08D57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26</c:v>
                </c:pt>
                <c:pt idx="2">
                  <c:v>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40916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OFFICENEST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Office Supplies &amp; Corporate Gifting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E4C7"/>
                </a:solidFill>
              </a:rPr>
              <a:t>AI-Driven Business Website &amp; Automation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DB2"/>
                </a:solidFill>
              </a:rPr>
              <a:t>Capstone Project  |  Business Website + AI + Workflow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Buying Is Slow, Wasteful &amp; Impersonal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AF8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Manual Enquiry Handling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Emails and calls go unanswered for hours, losing warm leads to faster competitors.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AF8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No Sustainability Focus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3317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Most office-supply vendors ignore eco-conscious sourcing that modern companies demand.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AF8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Zero Visibility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3434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Businesses can't track enquiry volume, customer sentiment, or follow-up performance.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7FAF8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Generic Gifting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3434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Corporate gifting feels transactional — no personalization, no brand story.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Fully Automated Customer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OfficeNest combines a modern, AI-enhanced business website with intelligent voice and workflow automation — so every enquiry, call, and payment is handled instantly, without manual effort.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Customer Visits Website / Calls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63240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4332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83280" y="28346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Chat + AI Voice Agent Engage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97880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4332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n8n Automates Email, Sentiment &amp; Invoice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732520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4332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052560" y="283464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40916C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Analytics Report Sent Daily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4332"/>
                </a:solidFill>
              </a:rPr>
              <a:t>Built on Bolt (frontend) + n8n (backend automation) + AI voice/sentiment models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IDEA &amp; USP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OfficeNest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645920"/>
            <a:ext cx="5669280" cy="45720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3DC"/>
                </a:solidFill>
              </a:rPr>
              <a:t>The Idea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one-stop platform supplying eco-friendly office essentials and curated corporate gifts to companies who care about sustainability and brand image — with a buying experience powered end-to-end by AI.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F3DC"/>
                </a:solidFill>
              </a:rPr>
              <a:t>Target Customers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• HR &amp; Admin teams (SMBs to enterprises)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• Startups building eco-friendly brand identity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• Corporate gifting for events, onboarding &amp; milestones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2648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</a:rPr>
              <a:t>Unique Value Proposition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423160"/>
            <a:ext cx="320040" cy="32004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395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377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100% sustainable, certified sourcing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320040" cy="32004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172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1546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AI Voice Agent answers every call instantly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977640"/>
            <a:ext cx="320040" cy="32004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950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931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Automated sentiment-based service recovery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4754880"/>
            <a:ext cx="320040" cy="320040"/>
          </a:xfrm>
          <a:prstGeom prst="ellipse">
            <a:avLst/>
          </a:prstGeom>
          <a:solidFill>
            <a:srgbClr val="D8F3DC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4727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47091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</a:rPr>
              <a:t>Same-day automated invoicing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Responsive, Engaging UI/UX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D8F3D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Dynamic animated background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92024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Custom cursor &amp; micro-interactions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D8F3DC"/>
          </a:solidFill>
          <a:ln/>
        </p:spPr>
      </p:sp>
      <p:sp>
        <p:nvSpPr>
          <p:cNvPr id="9" name="Text 7"/>
          <p:cNvSpPr/>
          <p:nvPr/>
        </p:nvSpPr>
        <p:spPr>
          <a:xfrm>
            <a:off x="8275320" y="192024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Fully responsive — desktop, tablet, mobile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D8F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4048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Clear navigation &amp; information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3657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D8F3DC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384048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Products/Services, Target Customer &amp; USP sections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657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D8F3DC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84048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CTA buttons: Contact Us, Book a Demo, Get a Quote, Schedule a Call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Channel Answered, Instantly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214884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</a:rPr>
              <a:t>Business Email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Every enquiry email triggers an instant automated acknowledgement.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214884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</a:rPr>
              <a:t>Business Phone 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Incoming calls answered live by the AI Voice Agent — no missed calls.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214884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</a:rPr>
              <a:t>Contact Form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Structured enquiries feed straight into the automation &amp; CRM pipeline.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Built Into Every Interaction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F3DC"/>
                </a:solidFill>
              </a:rPr>
              <a:t>AI Voice Agent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Answers inbound calls, converses naturally, collects enquiry details automatically.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F3DC"/>
                </a:solidFill>
              </a:rPr>
              <a:t>AI Chatbot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26280" y="24231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Handles on-site queries and qualifies leads before human involvement is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F3DC"/>
                </a:solidFill>
              </a:rPr>
              <a:t>AI Email Assistant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75320" y="242316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Drafts and sends contextual acknowledgement replies to every enquiry.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F3DC"/>
                </a:solidFill>
              </a:rPr>
              <a:t>AI Sentiment Analysis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Classifies every call as Positive, Neutral, or Negative for service insight.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886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F3DC"/>
                </a:solidFill>
              </a:rPr>
              <a:t>AI Content Generation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26280" y="45720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Assists with product descriptions and follow-up messaging.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886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069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F3DC"/>
                </a:solidFill>
              </a:rPr>
              <a:t>AI Lead Qualification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75320" y="45720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Scores and prioritizes enquiries for faster sales response.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AUTOMATION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Workflow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Trigger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Email / Call / Payment Event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265176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4332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Process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788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 Classify: Sentiment / Intent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265176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4332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Store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788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Google Sheets: Enquiry &amp; Call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265176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4332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052560" y="219456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0916C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F3DC"/>
                </a:solidFill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35440" y="2788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Auto-Reply, Invoice or Report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</a:rPr>
              <a:t>Four workflows: Email Automation • Call Analytics • Analytics Reporting • Invoice Automation — all orchestrated in n8n.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Business Insights, Automatically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7FAF8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</a:rPr>
              <a:t>Daily Report Includes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Total calls received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Positive / Neutral / Negative call counts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Email enquiries received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Overall sentiment distribution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AI-generated business insights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Auto-emailed to admin every 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F3DC"/>
                </a:solidFill>
              </a:rPr>
              <a:t>Sample Sentiment Split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583680" y="237744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Powering OfficeNest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651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Bolt (Bolt.new) — responsive site build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6510">
            <a:solidFill>
              <a:srgbClr val="409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37744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n8n — email, call, invoice &amp; reporting workflows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651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Voice AI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37744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AI Voice Agent for inbound/outbound calls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651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Data &amp; Analytics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Google Sheets — enquiry &amp; call analytics store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886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651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Sentiment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45262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AI-based classification: Positive / Neutral / Negative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8862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6510">
            <a:solidFill>
              <a:srgbClr val="4091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5262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Email + Telephony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&amp;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</a:rPr>
              <a:t>Completed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Business website built on Bolt with responsive UI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Contact form live and functional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Product/service, USP &amp; CTA sections in place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</a:rPr>
              <a:t>In Progress / Roadmap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210312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n8n workflow integration with website (email + call automation)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AI Voice Agent connection for live call handling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Sentiment analytics dashboard &amp; daily reporting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</a:rPr>
              <a:t>• Invoice automation on payment trigger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D8F3D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2976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4332"/>
                </a:solidFill>
              </a:rPr>
              <a:t>Honest note: automation layer is being wired up post-demo — this deck reflects the target architecture and current build progress transparently.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40916C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F3DC"/>
                </a:solidFill>
              </a:rPr>
              <a:t>OfficeNest — Sustainable Supplies, Smarter Business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DB2"/>
                </a:solidFill>
              </a:rPr>
              <a:t>Website  •  GitHub Repository  •  Demo Video  •  Architecture Diagram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2026-07-17T19:37:42Z</dcterms:created>
  <dcterms:modified xsi:type="dcterms:W3CDTF">2026-07-17T19:37:42Z</dcterms:modified>
</cp:coreProperties>
</file>